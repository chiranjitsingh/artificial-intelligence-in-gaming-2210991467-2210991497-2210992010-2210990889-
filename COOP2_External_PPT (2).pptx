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spcBef>
                <a:spcPts val="400"/>
              </a:spcBef>
            </a:pPr>
            <a:r>
              <a:rPr lang="en-US" sz="2000" dirty="0"/>
              <a:t>Artificial Intelligence in Gaming: Advancements, Applications &amp; Future Perspectives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</a:pPr>
            <a:r>
              <a:rPr lang="en-US" sz="2000" dirty="0"/>
              <a:t>Devanshu Kansal – 2210991497</a:t>
            </a:r>
            <a:br>
              <a:rPr lang="en-US" sz="2000" dirty="0"/>
            </a:br>
            <a:r>
              <a:rPr lang="en-US" sz="2000" dirty="0" err="1"/>
              <a:t>Pahul</a:t>
            </a:r>
            <a:r>
              <a:rPr lang="en-US" sz="2000" dirty="0"/>
              <a:t> Sharma – 2210992010</a:t>
            </a:r>
            <a:br>
              <a:rPr lang="en-US" sz="2000" dirty="0"/>
            </a:br>
            <a:r>
              <a:rPr lang="en-US" sz="2000" dirty="0"/>
              <a:t>Tanish Garg – 2210990889</a:t>
            </a:r>
            <a:br>
              <a:rPr lang="en-US" sz="2000" dirty="0"/>
            </a:br>
            <a:r>
              <a:rPr lang="en-US" sz="2000" dirty="0"/>
              <a:t>Chiranjit Singh Lamba – 2210991467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Preeti Saini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-1175658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05280" y="1009714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sz="2000" dirty="0"/>
              <a:t>Artificial Intelligence has transformed modern gaming systems.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sz="2000" dirty="0"/>
              <a:t>Traditional rule-based NPCs lacked adaptability and realism.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sz="2000" dirty="0"/>
              <a:t>Machine Learning and Deep Learning improve gameplay experiences.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sz="2000" dirty="0"/>
              <a:t>AI enables immersive and dynamic gaming environments.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sz="2000" dirty="0"/>
              <a:t>Gaming industries increasingly rely on intelligent systems.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4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27DEE-4199-BB92-2558-AFFBD3935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39486"/>
            <a:ext cx="5486040" cy="914040"/>
          </a:xfrm>
        </p:spPr>
        <p:txBody>
          <a:bodyPr/>
          <a:lstStyle/>
          <a:p>
            <a:r>
              <a:rPr lang="en-US" sz="3600" dirty="0"/>
              <a:t>Research Objectives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856C08-8F84-2647-9671-73D5A2C1E2D5}"/>
              </a:ext>
            </a:extLst>
          </p:cNvPr>
          <p:cNvSpPr txBox="1"/>
          <p:nvPr/>
        </p:nvSpPr>
        <p:spPr>
          <a:xfrm>
            <a:off x="435428" y="1251857"/>
            <a:ext cx="6731586" cy="2523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Examine the evolution of AI techniques in gaming.</a:t>
            </a:r>
          </a:p>
          <a:p>
            <a:pPr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Analyze AI applications in gameplay and development.</a:t>
            </a:r>
          </a:p>
          <a:p>
            <a:pPr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Evaluate the impact of AI on player engagement.</a:t>
            </a:r>
          </a:p>
          <a:p>
            <a:pPr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Identify future trends and research opportunities.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77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85BFD-59AB-459B-CC0F-CCE95C077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9" y="185057"/>
            <a:ext cx="5486040" cy="914040"/>
          </a:xfrm>
        </p:spPr>
        <p:txBody>
          <a:bodyPr/>
          <a:lstStyle/>
          <a:p>
            <a:r>
              <a:rPr lang="en-US" sz="3600" dirty="0"/>
              <a:t>AI Techniques in Gaming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865CF-5EBD-A0E1-9097-F6E856EE1A67}"/>
              </a:ext>
            </a:extLst>
          </p:cNvPr>
          <p:cNvSpPr txBox="1"/>
          <p:nvPr/>
        </p:nvSpPr>
        <p:spPr>
          <a:xfrm>
            <a:off x="348343" y="1295401"/>
            <a:ext cx="727314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Machine Learning predicts player behavior patterns.</a:t>
            </a:r>
          </a:p>
          <a:p>
            <a:pPr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Deep Learning enables advanced perception and analytics.</a:t>
            </a:r>
          </a:p>
          <a:p>
            <a:pPr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Reinforcement Learning improves strategic gameplay.</a:t>
            </a:r>
          </a:p>
          <a:p>
            <a:pPr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Procedural Content Generation automates maps and levels.</a:t>
            </a:r>
          </a:p>
          <a:p>
            <a:pPr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Hybrid AI models combine multiple techniques.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314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93E68-0EED-3B42-A22D-0E0AA76BF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43" y="217714"/>
            <a:ext cx="5486040" cy="914040"/>
          </a:xfrm>
        </p:spPr>
        <p:txBody>
          <a:bodyPr/>
          <a:lstStyle/>
          <a:p>
            <a:r>
              <a:rPr lang="en-US" dirty="0"/>
              <a:t>Applications of AI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8C23B2-2F10-06D9-1DC9-B6313886D6A9}"/>
              </a:ext>
            </a:extLst>
          </p:cNvPr>
          <p:cNvSpPr txBox="1"/>
          <p:nvPr/>
        </p:nvSpPr>
        <p:spPr>
          <a:xfrm>
            <a:off x="391885" y="1219200"/>
            <a:ext cx="661129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Adaptive NPC behavior and intelligent interactions.</a:t>
            </a:r>
          </a:p>
          <a:p>
            <a:pPr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Procedural content generation increases </a:t>
            </a:r>
            <a:r>
              <a:rPr lang="en-US" dirty="0" err="1"/>
              <a:t>replayability</a:t>
            </a:r>
            <a:r>
              <a:rPr lang="en-US" dirty="0"/>
              <a:t>.</a:t>
            </a:r>
          </a:p>
          <a:p>
            <a:pPr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Real-time decision-making enhances realism.</a:t>
            </a:r>
          </a:p>
          <a:p>
            <a:pPr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AI analytics improve game balancing.</a:t>
            </a:r>
          </a:p>
          <a:p>
            <a:pPr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Automated testing reduces development effort.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439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C12F4-371C-EE7D-05B9-0BDEAAF4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2" y="261257"/>
            <a:ext cx="5486040" cy="914040"/>
          </a:xfrm>
        </p:spPr>
        <p:txBody>
          <a:bodyPr/>
          <a:lstStyle/>
          <a:p>
            <a:r>
              <a:rPr lang="en-US" dirty="0"/>
              <a:t>Advantages of AI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2AC67F-0D85-800C-8711-24D9091180E9}"/>
              </a:ext>
            </a:extLst>
          </p:cNvPr>
          <p:cNvSpPr txBox="1"/>
          <p:nvPr/>
        </p:nvSpPr>
        <p:spPr>
          <a:xfrm>
            <a:off x="337458" y="1295400"/>
            <a:ext cx="667041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Enhanced realism and immersive experiences.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Improved player engagement through personalization.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Faster game development with automation.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Better scalability and intelligent balancing.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Efficient testing and debugging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911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6891A-09C5-4211-A995-1F3BC5055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86" y="130628"/>
            <a:ext cx="5486040" cy="914040"/>
          </a:xfrm>
        </p:spPr>
        <p:txBody>
          <a:bodyPr/>
          <a:lstStyle/>
          <a:p>
            <a:r>
              <a:rPr lang="en-US" sz="3200" dirty="0"/>
              <a:t>Challenges and Limitations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494C4E-E1A9-14A8-B635-41D2DB4C191B}"/>
              </a:ext>
            </a:extLst>
          </p:cNvPr>
          <p:cNvSpPr txBox="1"/>
          <p:nvPr/>
        </p:nvSpPr>
        <p:spPr>
          <a:xfrm>
            <a:off x="337457" y="1306286"/>
            <a:ext cx="588494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High computational requirements.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Large datasets needed for training AI models.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Lack of transparency in deep learning systems.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Ethical concerns in gaming AI.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Complexity and increased development cost.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648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E80CB-45A8-61DA-80A8-66CC00C7F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85058"/>
            <a:ext cx="5486040" cy="914040"/>
          </a:xfrm>
        </p:spPr>
        <p:txBody>
          <a:bodyPr/>
          <a:lstStyle/>
          <a:p>
            <a:r>
              <a:rPr lang="en-US" dirty="0"/>
              <a:t>Future Scope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E1946F-246F-AB29-9446-64D0180241C7}"/>
              </a:ext>
            </a:extLst>
          </p:cNvPr>
          <p:cNvSpPr txBox="1"/>
          <p:nvPr/>
        </p:nvSpPr>
        <p:spPr>
          <a:xfrm>
            <a:off x="326572" y="1230086"/>
            <a:ext cx="687239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Integration with Virtual Reality and Augmented Reality.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Development of Explainable AI models.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Emotion-aware gaming systems.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Adaptive storytelling and intelligent multiplayer systems.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Cloud gaming and edge AI innovations.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37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A4F3C-37EB-134A-F4EF-D3A749E5B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2" y="239486"/>
            <a:ext cx="5486040" cy="914040"/>
          </a:xfrm>
        </p:spPr>
        <p:txBody>
          <a:bodyPr/>
          <a:lstStyle/>
          <a:p>
            <a:r>
              <a:rPr lang="en-US" dirty="0"/>
              <a:t>Conclusion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5A1F79-E552-2440-ED6C-8A81A7472185}"/>
              </a:ext>
            </a:extLst>
          </p:cNvPr>
          <p:cNvSpPr txBox="1"/>
          <p:nvPr/>
        </p:nvSpPr>
        <p:spPr>
          <a:xfrm>
            <a:off x="315685" y="1273269"/>
            <a:ext cx="724762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AI is revolutionizing the gaming industry.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Machine Learning and RL drive modern gaming innovation.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AI improves realism, adaptability, and efficiency.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Future games will become more immersive and intelligent.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2F2F2F"/>
                </a:solidFill>
              </a:defRPr>
            </a:pPr>
            <a:r>
              <a:rPr lang="en-US" dirty="0"/>
              <a:t>AI will continue shaping interactive entertainment.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063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34762</TotalTime>
  <Words>383</Words>
  <Application>Microsoft Office PowerPoint</Application>
  <PresentationFormat>On-screen Show (4:3)</PresentationFormat>
  <Paragraphs>106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Research Objectives </vt:lpstr>
      <vt:lpstr>AI Techniques in Gaming </vt:lpstr>
      <vt:lpstr>Applications of AI </vt:lpstr>
      <vt:lpstr>Advantages of AI </vt:lpstr>
      <vt:lpstr>Challenges and Limitations </vt:lpstr>
      <vt:lpstr>Future Scope </vt:lpstr>
      <vt:lpstr>Conclusion 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chiranjit singh</cp:lastModifiedBy>
  <cp:revision>2302</cp:revision>
  <dcterms:created xsi:type="dcterms:W3CDTF">2010-04-09T07:36:15Z</dcterms:created>
  <dcterms:modified xsi:type="dcterms:W3CDTF">2026-05-19T05:16:56Z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